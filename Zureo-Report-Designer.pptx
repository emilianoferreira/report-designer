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Designer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Disenador visual de plantillas de impresion para el ERP Zureo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371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  |  NestJS 10  |  PostgreSQL 16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Zureo Report Designer?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Disenador Visual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drag &amp; drop con superficie A4/ticket en milimetros. Posicionamiento preciso con guias y snap a grilla.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en Tiempo Real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 HTML con datos reales de factura. Renderizado identico al PDF final (WYSIWYG).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empresa tiene sus propios moldes aislados. Filtrado por companyId en toda la API.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71800"/>
            <a:ext cx="54864" cy="1417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Avanzados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imagenes, formas geometricas (elipse, triangulo, diamante), codigos QR, barcodes y campos de datos.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01168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3258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Designer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+ Properties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2011680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5603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(Templates CRUD)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 Endpoints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/api/*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201168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7947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entidades (Company, Invoice, Article...)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build_invoice_data() → 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por companyId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2240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 (standalone)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7.8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interact.js (drag/resize)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jsbarcode + qrcode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+ Jasmine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606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0.3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(pg)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ConfigModule (.env)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060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Tooling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unit tests (Karma)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backend E2E (Jest)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(browser E2E)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CLI 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Datos: Template a PDF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1280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54864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JSON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Disenado en el editor visual con elementos posicionados en mm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28016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1280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01168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011680"/>
            <a:ext cx="54864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build_invoice_data() transforma datos relacionales a JSON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12801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1280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01168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01168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Render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HtmlRendererService combina template + datos en HTML completo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12801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58000" y="201168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20116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/ PDF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en iframe o envio al motor de PDF para impresion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medida: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coordenadas en milimetros (1mm = 3.7795px @ 96 DPI). El renderizado HTML usa @media print y @page para garantizar WYSIWYG en la impresion final.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Endpoints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 /api/templates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/api/templates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moldes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/api/templates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molde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/api/templates/:id/design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Guardar disenio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/api/templates/:id/duplicate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Duplicar molde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/api/templates/:id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molde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 /api/invoices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/api/invoices?companyId=...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facturas (resumen)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/api/invoices/:id/data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completos para renderizar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+ Jasmine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25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37560" y="2148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25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testea?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HTML: formatos, fechas, numeros, bindings, formas geometricas, tickets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CRUD: crear, leer, actualizar, duplicar y eliminar templates via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Data: 5 escenarios (contado, credito, descuento global, USD, consumidor final)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browser: lista de moldes, apertura de disenador, preview, guardado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de Seguridad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931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autenticacion JWT en ningun 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@nestjs/passport + JWT guards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validacion de inputs (no DTOs)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class-validator + ValidationPipe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Function() en expression-evaluator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Reemplazar con mathjs o expr-eval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template_json sin validacion de schema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con JSON Schema o Zod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hardcoded, sin helmet, sin rate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de entorno + @nestjs/throttler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8328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implementado correctamente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escaping en HtmlRendererService (proteccion XSS)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parametrizadas via TypeORM (proteccion SQL injection)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en iframe sandboxed (aislamiento de contenido)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excluido del repositorio via .gitignore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1280160" cy="10058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14300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1143000"/>
            <a:ext cx="6492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2344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 de PDF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15544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motor de PDF externo via endpoint NestJS.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n8n como relay configurable.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'Descargar PDF' en el preview.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280160" cy="10058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60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23774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2377440"/>
            <a:ext cx="6492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0" y="2468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77440" y="27889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con @nestjs/passport.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por ruta.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Derivacion de companyId del token.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28016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361188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94560" y="3611880"/>
            <a:ext cx="6492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77440" y="3703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Avanzada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377440" y="40233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de detalle repetitiva.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Paginacion multi-pagina.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factura para preview.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Zureo Report Designer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1463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Disenio preciso. Preview real. PDF listo.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291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  +  PostgreSQL 16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 tests  |  Multi-tenant  |  WYSIWYG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Zureo Report Designer</dc:title>
  <dc:subject>PptxGenJS Presentation</dc:subject>
  <dc:creator>Zureo Team</dc:creator>
  <cp:lastModifiedBy>Zureo Team</cp:lastModifiedBy>
  <cp:revision>1</cp:revision>
  <dcterms:created xsi:type="dcterms:W3CDTF">2026-04-05T04:33:30Z</dcterms:created>
  <dcterms:modified xsi:type="dcterms:W3CDTF">2026-04-05T04:33:30Z</dcterms:modified>
</cp:coreProperties>
</file>